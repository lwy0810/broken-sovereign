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-1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4074C-3733-F402-D122-450CF5EA8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286EB8-7859-7BE0-25C3-737E5D744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5A4BA1-F546-4604-86A1-E7D4BC4D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705F07-87CA-1AB3-420D-161EAC09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F18AEC-D6FF-26FF-067E-841620A5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735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2A82A-4750-1F17-6BD2-2DD1121E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019135-A7C8-3A43-1039-3FD23C060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45D677-A5FD-28AE-0E56-45B31853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62BEA4-C346-2959-3A2A-07C2A8F7F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42426D-80AC-7673-25A2-6F10D9A6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35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C6DF5-3734-A831-0069-56A5B6D7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3B26A-FE76-22C0-FEC3-28F419EA6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57175-23CE-17A1-FF47-7F8BB3FB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1DBAA4-7494-9B23-57F5-94F02E76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F6F17C-74FF-1462-1F2F-CF4E6881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999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2CEB8-56B1-730A-9CD2-2003659E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5EF93E-37C5-C454-7813-FA2F0438F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85C596-6437-6E29-40F4-42BCE53AA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C567CD-6528-CB14-FF29-61EC6A53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574ABC-2E65-511E-FAF3-F2C93092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D8E03-89C7-FB3E-A173-556C07F5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267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597C2-4AB6-BD40-559D-F09220FC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FD336E-E80E-286C-7062-28D7AE5F9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B26BE5-40ED-8A2D-4992-1C92317E1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D46B77-0E97-17B0-18AF-1E26C2519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991E92-6BD4-B4E7-379C-AD9C3408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0D300C-C410-A8DE-0352-D37BC71F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380292-F434-C2AF-C6BC-4424C7F2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7A324B-A0E6-A30F-1567-644C72DE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22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E3256-17D0-7383-A8DB-15FA1EF9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52FCE6-B4BA-DC7B-E958-CAA40CAB0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7DAFA5-6029-759F-866D-DE63D75E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8AF777-3471-C0FC-01C1-E1318E94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89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4CDDE-102F-44EB-8EEE-0B5523BC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B9DC24-3FC7-7E7F-9AEF-B212E910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6715C5-3868-4408-0210-6109C512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29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2EB17-E40F-CB63-BCE6-3684A4FE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29BCE-D23E-1D8F-F84A-817A01754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4D0D0E-8DD3-ACB4-905C-59459E5A0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69A4EF-4CCC-A792-AD67-D2596CF0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48EF33-B50D-E0AE-43D9-0256CFEE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33FBFD-5E9C-494C-BAD7-086FBB4B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88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136A0-10D5-AEB4-C4E6-B78E9209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2BEBAF8-6F56-AF07-932C-04E509630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54E8FD-25AA-7551-F1F5-7C671AC21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BC6D44-9D3D-C710-CDD7-D62A5AFF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7CC52A-D5A1-9DF9-48F2-8141651E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D67178-D1C8-975A-9C84-FCCB078F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70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8A1DE-0717-671D-A43F-F84F7CB7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76C088-3E47-C41E-0703-C410BBDB2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9E561B-E9DC-7B79-C60A-556AC53C0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803EE9-DEBB-1D57-CC8A-5781C854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64D311-20A6-4654-9A62-ED12D22F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415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C8C8A4-E531-F13F-F7C1-1821062A43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699C9D-42BF-E20E-86C6-0382C1CAF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BEA3B-51A6-6A79-D611-FE5B9DBF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0AD08A-F799-F1E8-6387-D8B225F5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651C51-3E14-B94F-C4F5-31F25F1AA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65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5117DD-6F30-4296-762F-F5F258F05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B04112-FB97-633C-B2BC-04A7F0934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4DDDD4-0C36-ACBB-5EC3-23A7DE43B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6F963-AEE6-4111-89E8-E13C409CD1B0}" type="datetimeFigureOut">
              <a:rPr lang="ko-KR" altLang="en-US" smtClean="0"/>
              <a:t>2026-10-21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04A839-3D7E-787F-5F6E-CB1A015E5E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C12002-AA4B-1351-1A96-CB885A72B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616B1-384F-424B-9905-2B907DAB98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43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A10F01BB-F422-E8E1-A078-68A72DEE3C58}"/>
              </a:ext>
            </a:extLst>
          </p:cNvPr>
          <p:cNvGrpSpPr/>
          <p:nvPr/>
        </p:nvGrpSpPr>
        <p:grpSpPr>
          <a:xfrm>
            <a:off x="395801" y="850486"/>
            <a:ext cx="11520428" cy="5561013"/>
            <a:chOff x="395801" y="850486"/>
            <a:chExt cx="11520428" cy="556101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64ACDDE-0F9C-F058-1E50-18B02D2B6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801" y="873629"/>
              <a:ext cx="9079799" cy="5537870"/>
            </a:xfrm>
            <a:prstGeom prst="rect">
              <a:avLst/>
            </a:prstGeom>
          </p:spPr>
        </p:pic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E1AA884-CF3A-5843-3449-14B88A1A2C20}"/>
                </a:ext>
              </a:extLst>
            </p:cNvPr>
            <p:cNvSpPr/>
            <p:nvPr/>
          </p:nvSpPr>
          <p:spPr>
            <a:xfrm>
              <a:off x="3624350" y="1408554"/>
              <a:ext cx="2422335" cy="3758531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70A17204-15D8-0662-F1CF-5DFDFE206E02}"/>
                </a:ext>
              </a:extLst>
            </p:cNvPr>
            <p:cNvSpPr/>
            <p:nvPr/>
          </p:nvSpPr>
          <p:spPr>
            <a:xfrm>
              <a:off x="5024305" y="1266629"/>
              <a:ext cx="1601972" cy="645042"/>
            </a:xfrm>
            <a:custGeom>
              <a:avLst/>
              <a:gdLst>
                <a:gd name="csX0" fmla="*/ 0 w 1601972"/>
                <a:gd name="csY0" fmla="*/ 226828 h 645042"/>
                <a:gd name="csX1" fmla="*/ 318977 w 1601972"/>
                <a:gd name="csY1" fmla="*/ 155944 h 645042"/>
                <a:gd name="csX2" fmla="*/ 446567 w 1601972"/>
                <a:gd name="csY2" fmla="*/ 141768 h 645042"/>
                <a:gd name="csX3" fmla="*/ 1084521 w 1601972"/>
                <a:gd name="csY3" fmla="*/ 191386 h 645042"/>
                <a:gd name="csX4" fmla="*/ 1176670 w 1601972"/>
                <a:gd name="csY4" fmla="*/ 248093 h 645042"/>
                <a:gd name="csX5" fmla="*/ 1197935 w 1601972"/>
                <a:gd name="csY5" fmla="*/ 375684 h 645042"/>
                <a:gd name="csX6" fmla="*/ 1148316 w 1601972"/>
                <a:gd name="csY6" fmla="*/ 531628 h 645042"/>
                <a:gd name="csX7" fmla="*/ 559981 w 1601972"/>
                <a:gd name="csY7" fmla="*/ 439479 h 645042"/>
                <a:gd name="csX8" fmla="*/ 510363 w 1601972"/>
                <a:gd name="csY8" fmla="*/ 361507 h 645042"/>
                <a:gd name="csX9" fmla="*/ 559981 w 1601972"/>
                <a:gd name="csY9" fmla="*/ 77972 h 645042"/>
                <a:gd name="csX10" fmla="*/ 793898 w 1601972"/>
                <a:gd name="csY10" fmla="*/ 0 h 645042"/>
                <a:gd name="csX11" fmla="*/ 1240465 w 1601972"/>
                <a:gd name="csY11" fmla="*/ 70884 h 645042"/>
                <a:gd name="csX12" fmla="*/ 1325526 w 1601972"/>
                <a:gd name="csY12" fmla="*/ 141768 h 645042"/>
                <a:gd name="csX13" fmla="*/ 1446028 w 1601972"/>
                <a:gd name="csY13" fmla="*/ 333154 h 645042"/>
                <a:gd name="csX14" fmla="*/ 1601972 w 1601972"/>
                <a:gd name="csY14" fmla="*/ 645042 h 6450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01972" h="645042">
                  <a:moveTo>
                    <a:pt x="0" y="226828"/>
                  </a:moveTo>
                  <a:cubicBezTo>
                    <a:pt x="213528" y="210404"/>
                    <a:pt x="-47308" y="236527"/>
                    <a:pt x="318977" y="155944"/>
                  </a:cubicBezTo>
                  <a:cubicBezTo>
                    <a:pt x="360769" y="146750"/>
                    <a:pt x="404037" y="146493"/>
                    <a:pt x="446567" y="141768"/>
                  </a:cubicBezTo>
                  <a:cubicBezTo>
                    <a:pt x="1151090" y="159163"/>
                    <a:pt x="839899" y="62637"/>
                    <a:pt x="1084521" y="191386"/>
                  </a:cubicBezTo>
                  <a:cubicBezTo>
                    <a:pt x="1168808" y="235748"/>
                    <a:pt x="1135042" y="206465"/>
                    <a:pt x="1176670" y="248093"/>
                  </a:cubicBezTo>
                  <a:cubicBezTo>
                    <a:pt x="1178012" y="254805"/>
                    <a:pt x="1200959" y="360567"/>
                    <a:pt x="1197935" y="375684"/>
                  </a:cubicBezTo>
                  <a:cubicBezTo>
                    <a:pt x="1187237" y="429174"/>
                    <a:pt x="1164856" y="479647"/>
                    <a:pt x="1148316" y="531628"/>
                  </a:cubicBezTo>
                  <a:cubicBezTo>
                    <a:pt x="806170" y="504967"/>
                    <a:pt x="694369" y="625555"/>
                    <a:pt x="559981" y="439479"/>
                  </a:cubicBezTo>
                  <a:cubicBezTo>
                    <a:pt x="541944" y="414504"/>
                    <a:pt x="526902" y="387498"/>
                    <a:pt x="510363" y="361507"/>
                  </a:cubicBezTo>
                  <a:cubicBezTo>
                    <a:pt x="526902" y="266995"/>
                    <a:pt x="520840" y="165573"/>
                    <a:pt x="559981" y="77972"/>
                  </a:cubicBezTo>
                  <a:cubicBezTo>
                    <a:pt x="580007" y="33153"/>
                    <a:pt x="772191" y="4570"/>
                    <a:pt x="793898" y="0"/>
                  </a:cubicBezTo>
                  <a:cubicBezTo>
                    <a:pt x="865642" y="7174"/>
                    <a:pt x="1124932" y="1564"/>
                    <a:pt x="1240465" y="70884"/>
                  </a:cubicBezTo>
                  <a:cubicBezTo>
                    <a:pt x="1272113" y="89873"/>
                    <a:pt x="1302758" y="112719"/>
                    <a:pt x="1325526" y="141768"/>
                  </a:cubicBezTo>
                  <a:cubicBezTo>
                    <a:pt x="1372031" y="201102"/>
                    <a:pt x="1409733" y="267079"/>
                    <a:pt x="1446028" y="333154"/>
                  </a:cubicBezTo>
                  <a:cubicBezTo>
                    <a:pt x="1501988" y="435030"/>
                    <a:pt x="1601972" y="645042"/>
                    <a:pt x="1601972" y="645042"/>
                  </a:cubicBezTo>
                </a:path>
              </a:pathLst>
            </a:custGeom>
            <a:noFill/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DA1C0C-9DB1-C8C2-30A1-B56776229AF1}"/>
                </a:ext>
              </a:extLst>
            </p:cNvPr>
            <p:cNvSpPr txBox="1"/>
            <p:nvPr/>
          </p:nvSpPr>
          <p:spPr>
            <a:xfrm>
              <a:off x="6562482" y="1611012"/>
              <a:ext cx="44373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</a:rPr>
                <a:t>①</a:t>
              </a:r>
              <a:r>
                <a:rPr lang="en-US" altLang="ko-KR" sz="1400" dirty="0">
                  <a:solidFill>
                    <a:srgbClr val="FF0000"/>
                  </a:solidFill>
                </a:rPr>
                <a:t>-1</a:t>
              </a:r>
              <a:r>
                <a:rPr lang="ko-KR" altLang="en-US" sz="1400" dirty="0">
                  <a:solidFill>
                    <a:srgbClr val="FF0000"/>
                  </a:solidFill>
                </a:rPr>
                <a:t> 우측 으로 이동</a:t>
              </a:r>
              <a:br>
                <a:rPr lang="en-US" altLang="ko-KR" sz="1400" dirty="0">
                  <a:solidFill>
                    <a:srgbClr val="FF0000"/>
                  </a:solidFill>
                </a:rPr>
              </a:br>
              <a:r>
                <a:rPr lang="ko-KR" altLang="en-US" sz="1400" dirty="0">
                  <a:solidFill>
                    <a:srgbClr val="FF0000"/>
                  </a:solidFill>
                </a:rPr>
                <a:t>①</a:t>
              </a:r>
              <a:r>
                <a:rPr lang="en-US" altLang="ko-KR" sz="1400" dirty="0">
                  <a:solidFill>
                    <a:srgbClr val="FF0000"/>
                  </a:solidFill>
                </a:rPr>
                <a:t>-2 </a:t>
              </a:r>
              <a:r>
                <a:rPr lang="ko-KR" altLang="en-US" sz="1400" dirty="0">
                  <a:solidFill>
                    <a:srgbClr val="FF0000"/>
                  </a:solidFill>
                </a:rPr>
                <a:t>넘치는 부분은 마우스 </a:t>
              </a:r>
              <a:r>
                <a:rPr lang="ko-KR" altLang="en-US" sz="1400" dirty="0" err="1">
                  <a:solidFill>
                    <a:srgbClr val="FF0000"/>
                  </a:solidFill>
                </a:rPr>
                <a:t>휠로</a:t>
              </a:r>
              <a:r>
                <a:rPr lang="ko-KR" altLang="en-US" sz="1400" dirty="0">
                  <a:solidFill>
                    <a:srgbClr val="FF0000"/>
                  </a:solidFill>
                </a:rPr>
                <a:t> 이동 가능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E21B60-6C39-F17B-9C81-2C6907944039}"/>
                </a:ext>
              </a:extLst>
            </p:cNvPr>
            <p:cNvSpPr txBox="1"/>
            <p:nvPr/>
          </p:nvSpPr>
          <p:spPr>
            <a:xfrm>
              <a:off x="3705868" y="5309010"/>
              <a:ext cx="29204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solidFill>
                    <a:srgbClr val="FF0000"/>
                  </a:solidFill>
                </a:rPr>
                <a:t>② 캐릭터 </a:t>
              </a:r>
              <a:r>
                <a:rPr lang="ko-KR" altLang="en-US" dirty="0" err="1">
                  <a:solidFill>
                    <a:srgbClr val="FF0000"/>
                  </a:solidFill>
                </a:rPr>
                <a:t>에셋으로</a:t>
              </a:r>
              <a:r>
                <a:rPr lang="ko-KR" altLang="en-US" dirty="0">
                  <a:solidFill>
                    <a:srgbClr val="FF0000"/>
                  </a:solidFill>
                </a:rPr>
                <a:t> 적용</a:t>
              </a:r>
              <a:br>
                <a:rPr lang="en-US" altLang="ko-KR" dirty="0">
                  <a:solidFill>
                    <a:srgbClr val="FF0000"/>
                  </a:solidFill>
                </a:rPr>
              </a:br>
              <a:r>
                <a:rPr lang="en-US" altLang="ko-KR" dirty="0">
                  <a:solidFill>
                    <a:srgbClr val="FF0000"/>
                  </a:solidFill>
                </a:rPr>
                <a:t>(</a:t>
              </a:r>
              <a:r>
                <a:rPr lang="ko-KR" altLang="en-US" dirty="0">
                  <a:solidFill>
                    <a:srgbClr val="FF0000"/>
                  </a:solidFill>
                </a:rPr>
                <a:t>장비 착용 셋 확인 용도</a:t>
              </a:r>
              <a:r>
                <a:rPr lang="en-US" altLang="ko-KR" dirty="0">
                  <a:solidFill>
                    <a:srgbClr val="FF0000"/>
                  </a:solidFill>
                </a:rPr>
                <a:t>)</a:t>
              </a:r>
              <a:r>
                <a:rPr lang="ko-KR" altLang="en-US" dirty="0">
                  <a:solidFill>
                    <a:srgbClr val="FF0000"/>
                  </a:solidFill>
                </a:rPr>
                <a:t>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6153603-BB9E-039D-C32E-B558BA47A0C2}"/>
                </a:ext>
              </a:extLst>
            </p:cNvPr>
            <p:cNvSpPr txBox="1"/>
            <p:nvPr/>
          </p:nvSpPr>
          <p:spPr>
            <a:xfrm>
              <a:off x="8882743" y="850486"/>
              <a:ext cx="30334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</a:rPr>
                <a:t>③</a:t>
              </a:r>
              <a:r>
                <a:rPr lang="en-US" altLang="ko-KR" sz="1400" dirty="0">
                  <a:solidFill>
                    <a:srgbClr val="FF0000"/>
                  </a:solidFill>
                </a:rPr>
                <a:t>-1</a:t>
              </a:r>
              <a:r>
                <a:rPr lang="ko-KR" altLang="en-US" sz="1400" dirty="0">
                  <a:solidFill>
                    <a:srgbClr val="FF0000"/>
                  </a:solidFill>
                </a:rPr>
                <a:t> </a:t>
              </a:r>
              <a:r>
                <a:rPr lang="en-US" altLang="ko-KR" sz="1400" dirty="0">
                  <a:solidFill>
                    <a:srgbClr val="FF0000"/>
                  </a:solidFill>
                </a:rPr>
                <a:t>X </a:t>
              </a:r>
              <a:r>
                <a:rPr lang="ko-KR" altLang="en-US" sz="1400" dirty="0">
                  <a:solidFill>
                    <a:srgbClr val="FF0000"/>
                  </a:solidFill>
                </a:rPr>
                <a:t>텍스트는 정중앙으로 재배치</a:t>
              </a:r>
              <a:br>
                <a:rPr lang="en-US" altLang="ko-KR" sz="1400" dirty="0">
                  <a:solidFill>
                    <a:srgbClr val="FF0000"/>
                  </a:solidFill>
                </a:rPr>
              </a:br>
              <a:r>
                <a:rPr lang="ko-KR" altLang="en-US" sz="1400" dirty="0">
                  <a:solidFill>
                    <a:srgbClr val="FF0000"/>
                  </a:solidFill>
                </a:rPr>
                <a:t>③</a:t>
              </a:r>
              <a:r>
                <a:rPr lang="en-US" altLang="ko-KR" sz="1400" dirty="0">
                  <a:solidFill>
                    <a:srgbClr val="FF0000"/>
                  </a:solidFill>
                </a:rPr>
                <a:t>-2 </a:t>
              </a:r>
              <a:r>
                <a:rPr lang="ko-KR" altLang="en-US" sz="1400" dirty="0">
                  <a:solidFill>
                    <a:srgbClr val="FF0000"/>
                  </a:solidFill>
                </a:rPr>
                <a:t>전체 크기 </a:t>
              </a:r>
              <a:r>
                <a:rPr lang="en-US" altLang="ko-KR" sz="1400" dirty="0">
                  <a:solidFill>
                    <a:srgbClr val="FF0000"/>
                  </a:solidFill>
                </a:rPr>
                <a:t>30% </a:t>
              </a:r>
              <a:r>
                <a:rPr lang="ko-KR" altLang="en-US" sz="1400" dirty="0">
                  <a:solidFill>
                    <a:srgbClr val="FF0000"/>
                  </a:solidFill>
                </a:rPr>
                <a:t>정도 축소 필요</a:t>
              </a:r>
              <a:endParaRPr lang="en-US" altLang="ko-KR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8CD202ED-4793-CAE7-4DD2-E477ABA8D8A7}"/>
                </a:ext>
              </a:extLst>
            </p:cNvPr>
            <p:cNvCxnSpPr/>
            <p:nvPr/>
          </p:nvCxnSpPr>
          <p:spPr>
            <a:xfrm flipH="1">
              <a:off x="8338457" y="1074056"/>
              <a:ext cx="544286" cy="1925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9315B2C-6E47-0AF9-97E5-5EDB762ABBB3}"/>
                </a:ext>
              </a:extLst>
            </p:cNvPr>
            <p:cNvSpPr/>
            <p:nvPr/>
          </p:nvSpPr>
          <p:spPr>
            <a:xfrm>
              <a:off x="1070406" y="4136571"/>
              <a:ext cx="2422335" cy="74748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FF0000"/>
                  </a:solidFill>
                </a:ln>
                <a:noFill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31BC90D0-7CB4-4A58-F2B5-424303FCD383}"/>
                </a:ext>
              </a:extLst>
            </p:cNvPr>
            <p:cNvCxnSpPr/>
            <p:nvPr/>
          </p:nvCxnSpPr>
          <p:spPr>
            <a:xfrm flipH="1" flipV="1">
              <a:off x="1661886" y="4651829"/>
              <a:ext cx="232228" cy="58782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09DDDE-074E-5EC0-2653-C143E597EA61}"/>
                </a:ext>
              </a:extLst>
            </p:cNvPr>
            <p:cNvSpPr txBox="1"/>
            <p:nvPr/>
          </p:nvSpPr>
          <p:spPr>
            <a:xfrm>
              <a:off x="1070406" y="5302358"/>
              <a:ext cx="443732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rgbClr val="FF0000"/>
                  </a:solidFill>
                </a:rPr>
                <a:t>④ 제거 필요</a:t>
              </a:r>
              <a:endParaRPr lang="en-US" altLang="ko-KR" sz="1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4125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EF3649C4-50AD-8032-BFAA-375C1D16009E}"/>
              </a:ext>
            </a:extLst>
          </p:cNvPr>
          <p:cNvGrpSpPr/>
          <p:nvPr/>
        </p:nvGrpSpPr>
        <p:grpSpPr>
          <a:xfrm>
            <a:off x="2530291" y="1158758"/>
            <a:ext cx="7208795" cy="4540483"/>
            <a:chOff x="2530291" y="1158758"/>
            <a:chExt cx="7208795" cy="454048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F182831-E61C-BEEB-1D7B-481E18E16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0291" y="1158758"/>
              <a:ext cx="7131417" cy="4540483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742F31D-8F09-86D3-9730-1C85369AABFF}"/>
                </a:ext>
              </a:extLst>
            </p:cNvPr>
            <p:cNvSpPr/>
            <p:nvPr/>
          </p:nvSpPr>
          <p:spPr>
            <a:xfrm>
              <a:off x="5268686" y="1422400"/>
              <a:ext cx="1132115" cy="29028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52BA00-E839-1CF1-255F-BAF620E05081}"/>
                </a:ext>
              </a:extLst>
            </p:cNvPr>
            <p:cNvSpPr txBox="1"/>
            <p:nvPr/>
          </p:nvSpPr>
          <p:spPr>
            <a:xfrm>
              <a:off x="6920910" y="1422400"/>
              <a:ext cx="281817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 dirty="0">
                  <a:solidFill>
                    <a:srgbClr val="FF0000"/>
                  </a:solidFill>
                </a:rPr>
                <a:t>지정한 영역을 마우스로 클릭한 상태에서 </a:t>
              </a:r>
              <a:endParaRPr lang="en-US" altLang="ko-KR" sz="1100" b="1" dirty="0">
                <a:solidFill>
                  <a:srgbClr val="FF0000"/>
                </a:solidFill>
              </a:endParaRPr>
            </a:p>
            <a:p>
              <a:r>
                <a:rPr lang="ko-KR" altLang="en-US" sz="1100" b="1" dirty="0">
                  <a:solidFill>
                    <a:srgbClr val="FF0000"/>
                  </a:solidFill>
                </a:rPr>
                <a:t>창을 이동할 수 있게 해줘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F1068436-5539-6275-9EB1-836BAD93FAAF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 flipV="1">
              <a:off x="6400801" y="1567543"/>
              <a:ext cx="520109" cy="7030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971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17141009-B542-61ED-73C7-8B5C6D2F6A9D}"/>
              </a:ext>
            </a:extLst>
          </p:cNvPr>
          <p:cNvGrpSpPr/>
          <p:nvPr/>
        </p:nvGrpSpPr>
        <p:grpSpPr>
          <a:xfrm>
            <a:off x="268514" y="622189"/>
            <a:ext cx="9347372" cy="4292821"/>
            <a:chOff x="268514" y="622189"/>
            <a:chExt cx="9347372" cy="429282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18AC5CBC-66E7-7108-6ECD-FA7A3C221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09941" y="622189"/>
              <a:ext cx="6705945" cy="4292821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D0AC0FD-F941-BB65-4299-947127848FB6}"/>
                </a:ext>
              </a:extLst>
            </p:cNvPr>
            <p:cNvSpPr/>
            <p:nvPr/>
          </p:nvSpPr>
          <p:spPr>
            <a:xfrm>
              <a:off x="3367315" y="4201886"/>
              <a:ext cx="689428" cy="2032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/>
                <a:t>상세 정보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AFD0D05-76A5-C7AE-2B7B-3E6FE7636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514" y="622190"/>
              <a:ext cx="2641427" cy="429282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C857C78-3AF9-4A8D-FD31-BA73F3EE1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7690" y="1183661"/>
              <a:ext cx="1720938" cy="350445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927915-D437-3ECC-A888-D97D7D6D6C30}"/>
                </a:ext>
              </a:extLst>
            </p:cNvPr>
            <p:cNvSpPr txBox="1"/>
            <p:nvPr/>
          </p:nvSpPr>
          <p:spPr>
            <a:xfrm>
              <a:off x="4467506" y="4201886"/>
              <a:ext cx="501032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FF0000"/>
                  </a:solidFill>
                </a:rPr>
                <a:t>① 상세 정보 버튼 구현</a:t>
              </a:r>
              <a:br>
                <a:rPr lang="en-US" altLang="ko-KR" sz="1100" dirty="0">
                  <a:solidFill>
                    <a:srgbClr val="FF0000"/>
                  </a:solidFill>
                </a:rPr>
              </a:br>
              <a:r>
                <a:rPr lang="en-US" altLang="ko-KR" sz="1100" dirty="0">
                  <a:solidFill>
                    <a:srgbClr val="FF0000"/>
                  </a:solidFill>
                </a:rPr>
                <a:t>	- </a:t>
              </a:r>
              <a:r>
                <a:rPr lang="ko-KR" altLang="en-US" sz="1100" dirty="0">
                  <a:solidFill>
                    <a:srgbClr val="FF0000"/>
                  </a:solidFill>
                </a:rPr>
                <a:t>버튼 클릭 시 상세 정보 창 활성화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70E2B7D7-5FD7-6576-DC54-EA69FCF2E2B7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4056743" y="4303486"/>
              <a:ext cx="410763" cy="1138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C2684E21-76DC-9CC0-312F-661458D56B54}"/>
                </a:ext>
              </a:extLst>
            </p:cNvPr>
            <p:cNvCxnSpPr/>
            <p:nvPr/>
          </p:nvCxnSpPr>
          <p:spPr>
            <a:xfrm>
              <a:off x="921657" y="1074057"/>
              <a:ext cx="496033" cy="5152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27BBAC3-BF5C-462E-B4A7-6AD65545D8B9}"/>
                </a:ext>
              </a:extLst>
            </p:cNvPr>
            <p:cNvSpPr txBox="1"/>
            <p:nvPr/>
          </p:nvSpPr>
          <p:spPr>
            <a:xfrm>
              <a:off x="404779" y="757645"/>
              <a:ext cx="501032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FF0000"/>
                  </a:solidFill>
                </a:rPr>
                <a:t>② 상세 </a:t>
              </a:r>
              <a:r>
                <a:rPr lang="ko-KR" altLang="en-US" sz="1100" dirty="0" err="1">
                  <a:solidFill>
                    <a:srgbClr val="FF0000"/>
                  </a:solidFill>
                </a:rPr>
                <a:t>정보창</a:t>
              </a:r>
              <a:endParaRPr lang="ko-KR" altLang="en-US" sz="11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5819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7FE7A00-AE62-FC83-EF32-26AB8EA75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413" y="424273"/>
            <a:ext cx="8236373" cy="45785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409EC09-1CB4-692E-E409-9152E2E10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63" y="424273"/>
            <a:ext cx="8236373" cy="45785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791B42-C40C-B28D-2A1C-6DFD0779E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71" y="-442997"/>
            <a:ext cx="8236373" cy="45785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BCA32E-3258-375B-5FC7-865460A83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536" y="2711793"/>
            <a:ext cx="330217" cy="31116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689D8D4-39F4-4916-4407-1DD66CD3F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778" y="5442007"/>
            <a:ext cx="7677545" cy="64773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0EC62AD-28BE-CD37-4CDE-463F4A3FF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200" y="1675934"/>
            <a:ext cx="230073" cy="24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0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195EEE7-D844-5CAE-0C36-0A6587EBE3BF}"/>
              </a:ext>
            </a:extLst>
          </p:cNvPr>
          <p:cNvGrpSpPr/>
          <p:nvPr/>
        </p:nvGrpSpPr>
        <p:grpSpPr>
          <a:xfrm>
            <a:off x="2589760" y="937712"/>
            <a:ext cx="6020109" cy="3664138"/>
            <a:chOff x="3029238" y="1306307"/>
            <a:chExt cx="6020109" cy="366413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F889139-7FE1-ECA5-7DDC-0901556BE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29238" y="1306307"/>
              <a:ext cx="6020109" cy="366413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B23E41E-1975-CA8F-D44E-2C4FEB942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2700" y="1807167"/>
              <a:ext cx="230073" cy="2481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059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9F44BF50-A74B-29BD-9D49-BB0E8E56670F}"/>
              </a:ext>
            </a:extLst>
          </p:cNvPr>
          <p:cNvGrpSpPr/>
          <p:nvPr/>
        </p:nvGrpSpPr>
        <p:grpSpPr>
          <a:xfrm>
            <a:off x="1463387" y="848438"/>
            <a:ext cx="7741048" cy="3873699"/>
            <a:chOff x="1463387" y="848438"/>
            <a:chExt cx="7741048" cy="387369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3073B7A-D15F-A8CD-65F8-32FD31359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3387" y="848438"/>
              <a:ext cx="7741048" cy="387369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D6727E8-5861-1805-EB5B-215D0A5E1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1936412"/>
              <a:ext cx="230073" cy="24811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8FEAACA-5788-3230-0D32-96CF64B69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1120" y="1936412"/>
              <a:ext cx="230073" cy="248118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6D1EF4E-5873-8CB9-7339-FAB7C395B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6080" y="1936412"/>
              <a:ext cx="230073" cy="248118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CD768CE-F65B-0E56-F631-40F665825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51040" y="1936412"/>
              <a:ext cx="230073" cy="24811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B5B2F54-2020-88F5-9C94-509DC64F0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0920" y="1936412"/>
              <a:ext cx="230073" cy="248118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26C6723-BD4B-D98F-2D29-53D97663E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5801" y="1946572"/>
              <a:ext cx="263309" cy="2481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39383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와이드스크린</PresentationFormat>
  <Paragraphs>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Wooyoung Lee</dc:creator>
  <cp:lastModifiedBy>Wooyoung Lee</cp:lastModifiedBy>
  <cp:revision>1</cp:revision>
  <dcterms:created xsi:type="dcterms:W3CDTF">2026-10-21T08:37:52Z</dcterms:created>
  <dcterms:modified xsi:type="dcterms:W3CDTF">2026-10-21T08:38:07Z</dcterms:modified>
</cp:coreProperties>
</file>